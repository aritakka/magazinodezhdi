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83" r:id="rId4"/>
    <p:sldId id="298" r:id="rId5"/>
    <p:sldId id="284" r:id="rId6"/>
    <p:sldId id="285" r:id="rId7"/>
    <p:sldId id="286" r:id="rId8"/>
    <p:sldId id="296" r:id="rId9"/>
    <p:sldId id="297" r:id="rId10"/>
    <p:sldId id="288" r:id="rId11"/>
    <p:sldId id="289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 smtClean="0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для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магазина одежды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Times New Roman"/>
                <a:cs typeface="Times New Roman"/>
              </a:rPr>
              <a:t>Кузнецов Ростислав Павлович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 smtClean="0">
                <a:latin typeface="Times New Roman"/>
                <a:ea typeface="Arial"/>
                <a:cs typeface="Arial"/>
              </a:rPr>
              <a:t>30.03.2026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 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- 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25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78660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 smtClean="0">
                <a:latin typeface="Times New Roman"/>
                <a:ea typeface="Arial"/>
                <a:cs typeface="Arial"/>
              </a:rPr>
              <a:t>​</a:t>
            </a:r>
          </a:p>
          <a:p>
            <a:pPr lvl="0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одежды</a:t>
            </a:r>
            <a:endParaRPr lang="ru-RU"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995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магазина одежды</a:t>
            </a:r>
            <a:r>
              <a:rPr lang="ru-RU" sz="1600" baseline="0" dirty="0" smtClean="0">
                <a:latin typeface="Times New Roman"/>
                <a:ea typeface="Segoe UI"/>
                <a:cs typeface="Segoe UI"/>
              </a:rPr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996538" y="3786998"/>
            <a:ext cx="96714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Постановка </a:t>
            </a:r>
            <a:r>
              <a:rPr lang="ru-RU" sz="1600" dirty="0"/>
              <a:t>задачи на разработку программного продукта. Анализ поставленной задачи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Определение объектов задачи и их атрибутов. Выявление связей между объектами. Составление алгоритма решение задачи и его оптимизации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интерфейса программного продукта на основе объектов поставленной задачи и их свойств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Отладка программного </a:t>
            </a:r>
            <a:r>
              <a:rPr lang="ru-RU" sz="1600" dirty="0" smtClean="0"/>
              <a:t>продукта.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Тестирование программного продукта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Оптимизация программного кода и интерфейса </a:t>
            </a:r>
            <a:r>
              <a:rPr lang="ru-RU" sz="1600" dirty="0" smtClean="0"/>
              <a:t>продукта.</a:t>
            </a: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Постановка задачи на разработку программного продукта. Анализ поставленной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30 марта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320725"/>
            <a:ext cx="9975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Магазину кондитерских изделий необходимо создать программный модуль для того чтобы пользователи могли просматривать каталог, добавлять товары в корзину и делать заказы. В программном модуле должно быть распределение ролей, чтобы администраторы могли контролировать приложение.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регистрируются в приложении, выбирают товары и делают заказы в корзине, после чего могут скачать электронный чек с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-кодом заказа. О них надо хранить логин, пароль, почту и город в котором они делают заказ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9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690632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Определение объектов задачи и их атрибутов.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2 - 5 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628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</a:t>
            </a:r>
            <a:r>
              <a:rPr lang="ru-RU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(кондитерского </a:t>
            </a: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магазин);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сущности: пользователи,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корзины, заказы, каталоги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 между таблицами;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187828" y="2122896"/>
            <a:ext cx="4801252" cy="4225653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536" y="2122896"/>
            <a:ext cx="4735544" cy="42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Создание интерфейса программного продукта на основе объектов поставленной задачи и их свойств.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6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498273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Разработан программный блок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блок кода регистрации и авторизации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все необходимые страницы для работы программы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 функционал создание </a:t>
            </a:r>
            <a:r>
              <a:rPr lang="en-US" sz="1600" dirty="0" smtClean="0">
                <a:latin typeface="Times New Roman"/>
                <a:cs typeface="Segoe UI"/>
              </a:rPr>
              <a:t>pdf-</a:t>
            </a:r>
            <a:r>
              <a:rPr lang="ru-RU" sz="1600" dirty="0" smtClean="0">
                <a:latin typeface="Times New Roman"/>
                <a:cs typeface="Segoe UI"/>
              </a:rPr>
              <a:t>чека.</a:t>
            </a:r>
            <a:endParaRPr lang="ru-RU" sz="1600" dirty="0">
              <a:latin typeface="Times New Roman"/>
              <a:cs typeface="Segoe U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создано и готово к тестированию.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7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- 8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314384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196218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7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298448" y="1715070"/>
            <a:ext cx="3272671" cy="3338744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5758262" y="1302819"/>
            <a:ext cx="6120130" cy="31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7154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4471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399267" y="1533943"/>
            <a:ext cx="5575404" cy="4105632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481378" y="1657090"/>
            <a:ext cx="39052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7853756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 smtClean="0">
                <a:latin typeface="Times New Roman"/>
                <a:cs typeface="Times New Roman"/>
              </a:rPr>
              <a:t>4</a:t>
            </a:r>
            <a:r>
              <a:rPr lang="ru-RU" sz="3200" b="1" dirty="0">
                <a:latin typeface="Times New Roman"/>
                <a:cs typeface="Times New Roman"/>
              </a:rPr>
              <a:t>: Отладка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16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17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работоспособность форм ввода</a:t>
            </a:r>
            <a:r>
              <a:rPr lang="en-US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форм;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корректность функционала добавления товара в корзину;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совместимость базы данных и программы;</a:t>
            </a:r>
            <a:endParaRPr lang="ru-RU" sz="1600" dirty="0"/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приложения, выявленные ошибки устранены.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889552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5: Тестирование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20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704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программного блока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Протестированы основные блоки кода;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регистрация и авторизация;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корзина и оформление заказа;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ошибки выявленные при тестировании устранены.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10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Оптимизация программного кода и интерфейса продукта.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23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Сокращено дублирование логики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Улучшено расположение элементов;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читаемость программного блока;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 оптимизирован отклик программы;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634490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оптимизация всей программы. Улучшено взаимодействие пользователя с программой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11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2079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WPF;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711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WPF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Framewok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одежды;</a:t>
            </a:r>
            <a:endParaRPr lang="ru-RU" sz="2000" b="1" dirty="0">
              <a:solidFill>
                <a:srgbClr val="30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967916" y="1488479"/>
            <a:ext cx="1014692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было разработано полноценное веб-приложение на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В результате были закреплены теоретические знания и получены практические навыки разработки веб-приложений,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каталог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чека.</a:t>
            </a:r>
            <a:endParaRPr lang="en-US" sz="220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для магазина одежды</a:t>
            </a:r>
            <a:endParaRPr lang="ru-RU" sz="18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Times New Roman"/>
                <a:cs typeface="Times New Roman"/>
              </a:rPr>
              <a:t>Кузнецов Ростислав Павлович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8045</TotalTime>
  <Words>692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 .Net Framework для магазина одежды</vt:lpstr>
      <vt:lpstr>Информация о практике</vt:lpstr>
      <vt:lpstr>Цели и задачи практики</vt:lpstr>
      <vt:lpstr>Этап 1: Постановка задачи на разработку программного продукта. Анализ поставленной задачи.</vt:lpstr>
      <vt:lpstr>Этап 2: Определение объектов задачи и их атрибутов. </vt:lpstr>
      <vt:lpstr>Этап 3: Создание интерфейса программного продукта на основе объектов поставленной задачи и их свойств.</vt:lpstr>
      <vt:lpstr>Результаты этапа 3 : </vt:lpstr>
      <vt:lpstr>Результаты этапа 3 : </vt:lpstr>
      <vt:lpstr>Этап 4: Отладка программного продукта</vt:lpstr>
      <vt:lpstr>Этап 5: Тестирование программного продукта</vt:lpstr>
      <vt:lpstr>Этап 6: Оптимизация программного кода и интерфейса продукта.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 .Net Framework для магазина одежды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Кузнецов Ростислав Павлович</cp:lastModifiedBy>
  <cp:revision>850</cp:revision>
  <dcterms:created xsi:type="dcterms:W3CDTF">2023-01-30T07:02:12Z</dcterms:created>
  <dcterms:modified xsi:type="dcterms:W3CDTF">2026-04-24T11:33:45Z</dcterms:modified>
</cp:coreProperties>
</file>